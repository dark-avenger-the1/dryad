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"/>
          <p:cNvSpPr/>
          <p:nvPr/>
        </p:nvSpPr>
        <p:spPr>
          <a:xfrm>
            <a:off x="6766560" y="-1097280"/>
            <a:ext cx="7315200" cy="7315200"/>
          </a:xfrm>
          <a:prstGeom prst="ellipse">
            <a:avLst/>
          </a:prstGeom>
          <a:solidFill>
            <a:srgbClr val="3B7350"/>
          </a:solidFill>
          <a:ln/>
        </p:spPr>
      </p:sp>
      <p:sp>
        <p:nvSpPr>
          <p:cNvPr id="3" name="!!dot"/>
          <p:cNvSpPr/>
          <p:nvPr/>
        </p:nvSpPr>
        <p:spPr>
          <a:xfrm>
            <a:off x="640080" y="5577840"/>
            <a:ext cx="548640" cy="548640"/>
          </a:xfrm>
          <a:prstGeom prst="ellipse">
            <a:avLst/>
          </a:prstGeom>
          <a:solidFill>
            <a:srgbClr val="C97C5D"/>
          </a:solidFill>
          <a:ln/>
        </p:spPr>
      </p:sp>
      <p:pic>
        <p:nvPicPr>
          <p:cNvPr id="4" name="!!phB" descr="/tmp/claude-0/d/ph_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">
            <a:off x="9144000" y="914400"/>
            <a:ext cx="2496312" cy="5120640"/>
          </a:xfrm>
          <a:prstGeom prst="rect">
            <a:avLst/>
          </a:prstGeom>
        </p:spPr>
      </p:pic>
      <p:pic>
        <p:nvPicPr>
          <p:cNvPr id="5" name="!!phA" descr="/tmp/claude-0/d/ph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20000">
            <a:off x="7315200" y="822960"/>
            <a:ext cx="2585466" cy="5303520"/>
          </a:xfrm>
          <a:prstGeom prst="rect">
            <a:avLst/>
          </a:prstGeom>
        </p:spPr>
      </p:pic>
      <p:sp>
        <p:nvSpPr>
          <p:cNvPr id="6" name="!!title"/>
          <p:cNvSpPr txBox="1"/>
          <p:nvPr/>
        </p:nvSpPr>
        <p:spPr>
          <a:xfrm>
            <a:off x="640080" y="16459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DRYAD</a:t>
            </a:r>
            <a:endParaRPr lang="en-US" sz="88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2971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8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Gardening Assistant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7947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plant. Get its care routine.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lose a plant to guesswork again.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5623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15 Project Pitch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E4DCCB"/>
          </a:solidFill>
          <a:ln/>
        </p:spPr>
      </p:sp>
      <p:sp>
        <p:nvSpPr>
          <p:cNvPr id="3" name="!!dot"/>
          <p:cNvSpPr/>
          <p:nvPr/>
        </p:nvSpPr>
        <p:spPr>
          <a:xfrm>
            <a:off x="11155680" y="457200"/>
            <a:ext cx="457200" cy="457200"/>
          </a:xfrm>
          <a:prstGeom prst="ellipse">
            <a:avLst/>
          </a:prstGeom>
          <a:solidFill>
            <a:srgbClr val="C97C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!!title"/>
          <p:cNvSpPr txBox="1"/>
          <p:nvPr/>
        </p:nvSpPr>
        <p:spPr>
          <a:xfrm>
            <a:off x="640080" y="502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die from guesswork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29000" cy="39319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194560"/>
            <a:ext cx="914400" cy="914400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231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584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plant is this?"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160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gardeners can't identify what they own, so they can't look up how to care for it.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43400" y="1828800"/>
            <a:ext cx="3429000" cy="39319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2194560"/>
            <a:ext cx="914400" cy="914400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231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 or under-watering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4160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"water every few days" advice ignores plant type, light, and soil.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046720" y="1828800"/>
            <a:ext cx="3429000" cy="39319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0" y="2194560"/>
            <a:ext cx="914400" cy="914400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4231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1248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is ignored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4160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Rain, heat waves and humidity change what a plant needs today.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"/>
          <p:cNvSpPr/>
          <p:nvPr/>
        </p:nvSpPr>
        <p:spPr>
          <a:xfrm>
            <a:off x="-1371600" y="-1371600"/>
            <a:ext cx="5943600" cy="5943600"/>
          </a:xfrm>
          <a:prstGeom prst="ellipse">
            <a:avLst/>
          </a:prstGeom>
          <a:solidFill>
            <a:srgbClr val="2D5A3D"/>
          </a:solidFill>
          <a:ln/>
        </p:spPr>
      </p:sp>
      <p:sp>
        <p:nvSpPr>
          <p:cNvPr id="3" name="!!dot"/>
          <p:cNvSpPr/>
          <p:nvPr/>
        </p:nvSpPr>
        <p:spPr>
          <a:xfrm>
            <a:off x="3840480" y="5669280"/>
            <a:ext cx="640080" cy="640080"/>
          </a:xfrm>
          <a:prstGeom prst="ellipse">
            <a:avLst/>
          </a:prstGeom>
          <a:solidFill>
            <a:srgbClr val="C97C5D"/>
          </a:solidFill>
          <a:ln/>
        </p:spPr>
      </p:sp>
      <p:pic>
        <p:nvPicPr>
          <p:cNvPr id="4" name="!!logo" descr="/tmp/claude-0/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011680" cy="2011680"/>
          </a:xfrm>
          <a:prstGeom prst="ellipse">
            <a:avLst/>
          </a:prstGeom>
        </p:spPr>
      </p:pic>
      <p:pic>
        <p:nvPicPr>
          <p:cNvPr id="5" name="!!phA" descr="/tmp/claude-0/d/ph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731520"/>
            <a:ext cx="2763774" cy="5669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7" name="!!title"/>
          <p:cNvSpPr txBox="1"/>
          <p:nvPr/>
        </p:nvSpPr>
        <p:spPr>
          <a:xfrm>
            <a:off x="5486400" y="12344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DRYAD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21945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pocket gardener that identifies your plant from a photo, builds its care routine, and tells you exactly what to do today — adjusted for your local weather.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486400" y="4023360"/>
            <a:ext cx="822960" cy="822960"/>
          </a:xfrm>
          <a:prstGeom prst="ellipse">
            <a:avLst/>
          </a:prstGeom>
          <a:solidFill>
            <a:srgbClr val="2D5A3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4224528"/>
            <a:ext cx="420624" cy="42062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0" y="4983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0" y="5394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photo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543800" y="4023360"/>
            <a:ext cx="822960" cy="822960"/>
          </a:xfrm>
          <a:prstGeom prst="ellipse">
            <a:avLst/>
          </a:prstGeom>
          <a:solidFill>
            <a:srgbClr val="2D5A3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4224528"/>
            <a:ext cx="420624" cy="4206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543800" y="4983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7543800" y="5394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per plant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9601200" y="4023360"/>
            <a:ext cx="822960" cy="822960"/>
          </a:xfrm>
          <a:prstGeom prst="ellipse">
            <a:avLst/>
          </a:prstGeom>
          <a:solidFill>
            <a:srgbClr val="2D5A3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4224528"/>
            <a:ext cx="420624" cy="42062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601200" y="4983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</a:t>
            </a:r>
            <a:endParaRPr lang="en-US" sz="2000" dirty="0"/>
          </a:p>
        </p:txBody>
      </p:sp>
      <p:sp>
        <p:nvSpPr>
          <p:cNvPr id="20" name="Text 13"/>
          <p:cNvSpPr txBox="1"/>
          <p:nvPr/>
        </p:nvSpPr>
        <p:spPr>
          <a:xfrm>
            <a:off x="9601200" y="5394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weather-aware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"/>
          <p:cNvSpPr/>
          <p:nvPr/>
        </p:nvSpPr>
        <p:spPr>
          <a:xfrm>
            <a:off x="3108960" y="2926080"/>
            <a:ext cx="5943600" cy="5943600"/>
          </a:xfrm>
          <a:prstGeom prst="ellipse">
            <a:avLst/>
          </a:prstGeom>
          <a:solidFill>
            <a:srgbClr val="3B7350"/>
          </a:solidFill>
          <a:ln/>
        </p:spPr>
      </p:sp>
      <p:sp>
        <p:nvSpPr>
          <p:cNvPr id="3" name="!!dot"/>
          <p:cNvSpPr/>
          <p:nvPr/>
        </p:nvSpPr>
        <p:spPr>
          <a:xfrm>
            <a:off x="11155680" y="457200"/>
            <a:ext cx="457200" cy="457200"/>
          </a:xfrm>
          <a:prstGeom prst="ellipse">
            <a:avLst/>
          </a:prstGeom>
          <a:solidFill>
            <a:srgbClr val="C97C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400" dirty="0"/>
          </a:p>
        </p:txBody>
      </p:sp>
      <p:sp>
        <p:nvSpPr>
          <p:cNvPr id="5" name="!!title"/>
          <p:cNvSpPr txBox="1"/>
          <p:nvPr/>
        </p:nvSpPr>
        <p:spPr>
          <a:xfrm>
            <a:off x="640080" y="502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 Learn. Grow.</a:t>
            </a:r>
            <a:endParaRPr lang="en-US" sz="4000" dirty="0"/>
          </a:p>
        </p:txBody>
      </p:sp>
      <p:pic>
        <p:nvPicPr>
          <p:cNvPr id="6" name="!!phC" descr="/tmp/claude-0/d/ph_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2184273" cy="44805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6035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Scan any plant</a:t>
            </a:r>
            <a:endParaRPr lang="en-US" sz="1800" dirty="0"/>
          </a:p>
        </p:txBody>
      </p:sp>
      <p:pic>
        <p:nvPicPr>
          <p:cNvPr id="8" name="!!phA" descr="/tmp/claude-0/d/ph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2184273" cy="4480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43400" y="6035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Get its care profile</a:t>
            </a:r>
            <a:endParaRPr lang="en-US" sz="1800" dirty="0"/>
          </a:p>
        </p:txBody>
      </p:sp>
      <p:pic>
        <p:nvPicPr>
          <p:cNvPr id="10" name="!!phB" descr="/tmp/claude-0/d/ph_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417320"/>
            <a:ext cx="2184273" cy="44805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72400" y="6035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Follow today's tasks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"/>
          <p:cNvSpPr/>
          <p:nvPr/>
        </p:nvSpPr>
        <p:spPr>
          <a:xfrm>
            <a:off x="8961120" y="-2011680"/>
            <a:ext cx="4572000" cy="4572000"/>
          </a:xfrm>
          <a:prstGeom prst="ellipse">
            <a:avLst/>
          </a:prstGeom>
          <a:solidFill>
            <a:srgbClr val="3B7350"/>
          </a:solidFill>
          <a:ln/>
        </p:spPr>
      </p:sp>
      <p:sp>
        <p:nvSpPr>
          <p:cNvPr id="3" name="!!dot"/>
          <p:cNvSpPr/>
          <p:nvPr/>
        </p:nvSpPr>
        <p:spPr>
          <a:xfrm>
            <a:off x="640080" y="6035040"/>
            <a:ext cx="365760" cy="365760"/>
          </a:xfrm>
          <a:prstGeom prst="ellipse">
            <a:avLst/>
          </a:prstGeom>
          <a:solidFill>
            <a:srgbClr val="C97C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5" name="!!title"/>
          <p:cNvSpPr txBox="1"/>
          <p:nvPr/>
        </p:nvSpPr>
        <p:spPr>
          <a:xfrm>
            <a:off x="640080" y="502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photo to plan in four steps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514600" cy="3566160"/>
          </a:xfrm>
          <a:prstGeom prst="roundRect">
            <a:avLst>
              <a:gd name="adj" fmla="val 7273"/>
            </a:avLst>
          </a:prstGeom>
          <a:solidFill>
            <a:srgbClr val="3B73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286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840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or upload a photo of any plant</a:t>
            </a:r>
            <a:endParaRPr lang="en-US" sz="1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611880"/>
            <a:ext cx="201168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74720" y="2011680"/>
            <a:ext cx="2514600" cy="3566160"/>
          </a:xfrm>
          <a:prstGeom prst="roundRect">
            <a:avLst>
              <a:gd name="adj" fmla="val 7273"/>
            </a:avLst>
          </a:prstGeom>
          <a:solidFill>
            <a:srgbClr val="3B735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749040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2860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74904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3749040" y="3840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Pl@ntNet AI returns the species</a:t>
            </a:r>
            <a:endParaRPr lang="en-US" sz="1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3611880"/>
            <a:ext cx="201168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09360" y="2011680"/>
            <a:ext cx="2514600" cy="3566160"/>
          </a:xfrm>
          <a:prstGeom prst="roundRect">
            <a:avLst>
              <a:gd name="adj" fmla="val 7273"/>
            </a:avLst>
          </a:prstGeom>
          <a:solidFill>
            <a:srgbClr val="3B7350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583680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28600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58368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2600" dirty="0"/>
          </a:p>
        </p:txBody>
      </p:sp>
      <p:sp>
        <p:nvSpPr>
          <p:cNvPr id="22" name="Text 15"/>
          <p:cNvSpPr txBox="1"/>
          <p:nvPr/>
        </p:nvSpPr>
        <p:spPr>
          <a:xfrm>
            <a:off x="6583680" y="3840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Trefle data on light, soil &amp; humidity</a:t>
            </a:r>
            <a:endParaRPr lang="en-US" sz="17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3611880"/>
            <a:ext cx="201168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144000" y="2011680"/>
            <a:ext cx="2514600" cy="3566160"/>
          </a:xfrm>
          <a:prstGeom prst="roundRect">
            <a:avLst>
              <a:gd name="adj" fmla="val 7273"/>
            </a:avLst>
          </a:prstGeom>
          <a:solidFill>
            <a:srgbClr val="3B7350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9418320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0" y="2286000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41832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600" dirty="0"/>
          </a:p>
        </p:txBody>
      </p:sp>
      <p:sp>
        <p:nvSpPr>
          <p:cNvPr id="28" name="Text 19"/>
          <p:cNvSpPr txBox="1"/>
          <p:nvPr/>
        </p:nvSpPr>
        <p:spPr>
          <a:xfrm>
            <a:off x="9418320" y="3840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tasks, tuned to the weather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"/>
          <p:cNvSpPr/>
          <p:nvPr/>
        </p:nvSpPr>
        <p:spPr>
          <a:xfrm>
            <a:off x="7223760" y="1737360"/>
            <a:ext cx="4389120" cy="4389120"/>
          </a:xfrm>
          <a:prstGeom prst="ellipse">
            <a:avLst/>
          </a:prstGeom>
          <a:solidFill>
            <a:srgbClr val="E4DCCB"/>
          </a:solidFill>
          <a:ln/>
        </p:spPr>
      </p:sp>
      <p:sp>
        <p:nvSpPr>
          <p:cNvPr id="3" name="!!dot"/>
          <p:cNvSpPr/>
          <p:nvPr/>
        </p:nvSpPr>
        <p:spPr>
          <a:xfrm>
            <a:off x="11247120" y="6035040"/>
            <a:ext cx="457200" cy="457200"/>
          </a:xfrm>
          <a:prstGeom prst="ellipse">
            <a:avLst/>
          </a:prstGeom>
          <a:solidFill>
            <a:srgbClr val="C97C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5" name="!!title"/>
          <p:cNvSpPr txBox="1"/>
          <p:nvPr/>
        </p:nvSpPr>
        <p:spPr>
          <a:xfrm>
            <a:off x="640080" y="502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plant parent needs</a:t>
            </a:r>
            <a:endParaRPr lang="en-US" sz="4000" dirty="0"/>
          </a:p>
        </p:txBody>
      </p:sp>
      <p:pic>
        <p:nvPicPr>
          <p:cNvPr id="6" name="!!phB" descr="/tmp/claude-0/d/ph_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60000">
            <a:off x="9372600" y="1828800"/>
            <a:ext cx="2228850" cy="4572000"/>
          </a:xfrm>
          <a:prstGeom prst="rect">
            <a:avLst/>
          </a:prstGeom>
        </p:spPr>
      </p:pic>
      <p:pic>
        <p:nvPicPr>
          <p:cNvPr id="7" name="!!phA" descr="/tmp/claude-0/d/ph_gard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">
            <a:off x="7315200" y="1554480"/>
            <a:ext cx="2318004" cy="4754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828800"/>
            <a:ext cx="731520" cy="731520"/>
          </a:xfrm>
          <a:prstGeom prst="ellipse">
            <a:avLst/>
          </a:prstGeom>
          <a:solidFill>
            <a:srgbClr val="2D5A3D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Scanner</a:t>
            </a:r>
            <a:endParaRPr lang="en-US" sz="1900" dirty="0"/>
          </a:p>
        </p:txBody>
      </p:sp>
      <p:sp>
        <p:nvSpPr>
          <p:cNvPr id="11" name="Text 6"/>
          <p:cNvSpPr txBox="1"/>
          <p:nvPr/>
        </p:nvSpPr>
        <p:spPr>
          <a:xfrm>
            <a:off x="1554480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or gallery identification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3931920" y="1828800"/>
            <a:ext cx="731520" cy="731520"/>
          </a:xfrm>
          <a:prstGeom prst="ellipse">
            <a:avLst/>
          </a:prstGeom>
          <a:solidFill>
            <a:srgbClr val="2D5A3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01168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846320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Garden</a:t>
            </a:r>
            <a:endParaRPr lang="en-US" sz="1900" dirty="0"/>
          </a:p>
        </p:txBody>
      </p:sp>
      <p:sp>
        <p:nvSpPr>
          <p:cNvPr id="15" name="Text 9"/>
          <p:cNvSpPr txBox="1"/>
          <p:nvPr/>
        </p:nvSpPr>
        <p:spPr>
          <a:xfrm>
            <a:off x="4846320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plants in one place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40080" y="3200400"/>
            <a:ext cx="731520" cy="731520"/>
          </a:xfrm>
          <a:prstGeom prst="ellipse">
            <a:avLst/>
          </a:prstGeom>
          <a:solidFill>
            <a:srgbClr val="2D5A3D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8328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554480" y="31821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1900" dirty="0"/>
          </a:p>
        </p:txBody>
      </p:sp>
      <p:sp>
        <p:nvSpPr>
          <p:cNvPr id="19" name="Text 12"/>
          <p:cNvSpPr txBox="1"/>
          <p:nvPr/>
        </p:nvSpPr>
        <p:spPr>
          <a:xfrm>
            <a:off x="1554480" y="35844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sun &amp; care, due today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3931920" y="3200400"/>
            <a:ext cx="731520" cy="731520"/>
          </a:xfrm>
          <a:prstGeom prst="ellipse">
            <a:avLst/>
          </a:prstGeom>
          <a:solidFill>
            <a:srgbClr val="2D5A3D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3383280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846320" y="31821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Plants</a:t>
            </a:r>
            <a:endParaRPr lang="en-US" sz="1900" dirty="0"/>
          </a:p>
        </p:txBody>
      </p:sp>
      <p:sp>
        <p:nvSpPr>
          <p:cNvPr id="23" name="Text 15"/>
          <p:cNvSpPr txBox="1"/>
          <p:nvPr/>
        </p:nvSpPr>
        <p:spPr>
          <a:xfrm>
            <a:off x="4846320" y="35844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scans before adding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640080" y="4572000"/>
            <a:ext cx="731520" cy="731520"/>
          </a:xfrm>
          <a:prstGeom prst="ellipse">
            <a:avLst/>
          </a:prstGeom>
          <a:solidFill>
            <a:srgbClr val="2D5A3D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54880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554480" y="45537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900" dirty="0"/>
          </a:p>
        </p:txBody>
      </p:sp>
      <p:sp>
        <p:nvSpPr>
          <p:cNvPr id="27" name="Text 18"/>
          <p:cNvSpPr txBox="1"/>
          <p:nvPr/>
        </p:nvSpPr>
        <p:spPr>
          <a:xfrm>
            <a:off x="1554480" y="49560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history of past plants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3931920" y="4572000"/>
            <a:ext cx="731520" cy="731520"/>
          </a:xfrm>
          <a:prstGeom prst="ellipse">
            <a:avLst/>
          </a:prstGeom>
          <a:solidFill>
            <a:srgbClr val="2D5A3D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4754880"/>
            <a:ext cx="365760" cy="36576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846320" y="45537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900" dirty="0"/>
          </a:p>
        </p:txBody>
      </p:sp>
      <p:sp>
        <p:nvSpPr>
          <p:cNvPr id="31" name="Text 21"/>
          <p:cNvSpPr txBox="1"/>
          <p:nvPr/>
        </p:nvSpPr>
        <p:spPr>
          <a:xfrm>
            <a:off x="4846320" y="49560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storage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"/>
          <p:cNvSpPr/>
          <p:nvPr/>
        </p:nvSpPr>
        <p:spPr>
          <a:xfrm>
            <a:off x="-1828800" y="3291840"/>
            <a:ext cx="4572000" cy="4572000"/>
          </a:xfrm>
          <a:prstGeom prst="ellipse">
            <a:avLst/>
          </a:prstGeom>
          <a:solidFill>
            <a:srgbClr val="2D5A3D"/>
          </a:solidFill>
          <a:ln/>
        </p:spPr>
      </p:sp>
      <p:sp>
        <p:nvSpPr>
          <p:cNvPr id="3" name="!!dot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C97C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CARE LOGIC</a:t>
            </a:r>
            <a:endParaRPr lang="en-US" sz="1400" dirty="0"/>
          </a:p>
        </p:txBody>
      </p:sp>
      <p:sp>
        <p:nvSpPr>
          <p:cNvPr id="5" name="!!title"/>
          <p:cNvSpPr txBox="1"/>
          <p:nvPr/>
        </p:nvSpPr>
        <p:spPr>
          <a:xfrm>
            <a:off x="640080" y="502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Watering that adapts to each plant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560320" cy="2468880"/>
          </a:xfrm>
          <a:prstGeom prst="roundRect">
            <a:avLst>
              <a:gd name="adj" fmla="val 7407"/>
            </a:avLst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20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8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days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Dry-habitat plants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1737360"/>
            <a:ext cx="2560320" cy="24688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749040" y="1920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20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days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plants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2560320" cy="24688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1920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days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lovers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0" y="1737360"/>
            <a:ext cx="2560320" cy="24688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18320" y="1920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20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</a:t>
            </a:r>
            <a:endParaRPr lang="en-US" sz="66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 &amp; aquatic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108960" y="4663440"/>
            <a:ext cx="8412480" cy="1463040"/>
          </a:xfrm>
          <a:prstGeom prst="roundRect">
            <a:avLst>
              <a:gd name="adj" fmla="val 12500"/>
            </a:avLst>
          </a:prstGeom>
          <a:solidFill>
            <a:srgbClr val="E4DCCB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5074920"/>
            <a:ext cx="640080" cy="6400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343400" y="4800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adjusts: </a:t>
            </a:r>
            <a:pPr indent="0" marL="0">
              <a:buNone/>
            </a:pPr>
            <a:r>
              <a:rPr lang="en-US" sz="17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full-sun plants get watered a day sooner, shade plants a day later — and live weather can skip watering when it rains.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3B7350"/>
          </a:solidFill>
          <a:ln/>
        </p:spPr>
      </p:sp>
      <p:sp>
        <p:nvSpPr>
          <p:cNvPr id="3" name="!!dot"/>
          <p:cNvSpPr/>
          <p:nvPr/>
        </p:nvSpPr>
        <p:spPr>
          <a:xfrm>
            <a:off x="11247120" y="6035040"/>
            <a:ext cx="365760" cy="365760"/>
          </a:xfrm>
          <a:prstGeom prst="ellipse">
            <a:avLst/>
          </a:prstGeom>
          <a:solidFill>
            <a:srgbClr val="C97C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5" name="!!title"/>
          <p:cNvSpPr txBox="1"/>
          <p:nvPr/>
        </p:nvSpPr>
        <p:spPr>
          <a:xfrm>
            <a:off x="640080" y="502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modern mobile stack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74720" cy="1828800"/>
          </a:xfrm>
          <a:prstGeom prst="roundRect">
            <a:avLst>
              <a:gd name="adj" fmla="val 10000"/>
            </a:avLst>
          </a:prstGeom>
          <a:solidFill>
            <a:srgbClr val="3B73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for Android &amp; iOS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474720" cy="1828800"/>
          </a:xfrm>
          <a:prstGeom prst="roundRect">
            <a:avLst>
              <a:gd name="adj" fmla="val 10000"/>
            </a:avLst>
          </a:prstGeom>
          <a:solidFill>
            <a:srgbClr val="3B735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488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SQLite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offline-first local data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474720" cy="1828800"/>
          </a:xfrm>
          <a:prstGeom prst="roundRect">
            <a:avLst>
              <a:gd name="adj" fmla="val 10000"/>
            </a:avLst>
          </a:prstGeom>
          <a:solidFill>
            <a:srgbClr val="3B735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4884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Pl@ntNet API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plant identification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40080" y="3977640"/>
            <a:ext cx="3474720" cy="1828800"/>
          </a:xfrm>
          <a:prstGeom prst="roundRect">
            <a:avLst>
              <a:gd name="adj" fmla="val 10000"/>
            </a:avLst>
          </a:prstGeom>
          <a:solidFill>
            <a:srgbClr val="3B735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9768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6012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Trefle API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96012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Botanical care data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389120" y="3977640"/>
            <a:ext cx="3474720" cy="1828800"/>
          </a:xfrm>
          <a:prstGeom prst="roundRect">
            <a:avLst>
              <a:gd name="adj" fmla="val 10000"/>
            </a:avLst>
          </a:prstGeom>
          <a:solidFill>
            <a:srgbClr val="3B735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29768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70916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470916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local conditions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8138160" y="3977640"/>
            <a:ext cx="3474720" cy="1828800"/>
          </a:xfrm>
          <a:prstGeom prst="roundRect">
            <a:avLst>
              <a:gd name="adj" fmla="val 10000"/>
            </a:avLst>
          </a:prstGeom>
          <a:solidFill>
            <a:srgbClr val="3B735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297680"/>
            <a:ext cx="502920" cy="5029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45820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Location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845820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 where you are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"/>
          <p:cNvSpPr/>
          <p:nvPr/>
        </p:nvSpPr>
        <p:spPr>
          <a:xfrm>
            <a:off x="548640" y="1554480"/>
            <a:ext cx="4572000" cy="4572000"/>
          </a:xfrm>
          <a:prstGeom prst="ellipse">
            <a:avLst/>
          </a:prstGeom>
          <a:solidFill>
            <a:srgbClr val="E4DCCB"/>
          </a:solidFill>
          <a:ln/>
        </p:spPr>
      </p:sp>
      <p:sp>
        <p:nvSpPr>
          <p:cNvPr id="3" name="!!dot"/>
          <p:cNvSpPr/>
          <p:nvPr/>
        </p:nvSpPr>
        <p:spPr>
          <a:xfrm>
            <a:off x="4663440" y="1463040"/>
            <a:ext cx="548640" cy="548640"/>
          </a:xfrm>
          <a:prstGeom prst="ellipse">
            <a:avLst/>
          </a:prstGeom>
          <a:solidFill>
            <a:srgbClr val="C97C5D"/>
          </a:solidFill>
          <a:ln/>
        </p:spPr>
      </p:sp>
      <p:pic>
        <p:nvPicPr>
          <p:cNvPr id="4" name="Image 0" descr="/tmp/claude-0/d/home_orange_tre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783080"/>
            <a:ext cx="4114800" cy="411480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400" dirty="0"/>
          </a:p>
        </p:txBody>
      </p:sp>
      <p:sp>
        <p:nvSpPr>
          <p:cNvPr id="6" name="!!title"/>
          <p:cNvSpPr txBox="1"/>
          <p:nvPr/>
        </p:nvSpPr>
        <p:spPr>
          <a:xfrm>
            <a:off x="5760720" y="5029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everyday growers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760720" y="1828800"/>
            <a:ext cx="777240" cy="777240"/>
          </a:xfrm>
          <a:prstGeom prst="ellipse">
            <a:avLst/>
          </a:prstGeom>
          <a:solidFill>
            <a:srgbClr val="C97C5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744" y="2020824"/>
            <a:ext cx="393192" cy="3931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6656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balcony gardeners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people who want healthy plants with less effort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760720" y="3246120"/>
            <a:ext cx="777240" cy="777240"/>
          </a:xfrm>
          <a:prstGeom prst="ellipse">
            <a:avLst/>
          </a:prstGeom>
          <a:solidFill>
            <a:srgbClr val="C97C5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3438144"/>
            <a:ext cx="393192" cy="3931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plant owners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676656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who don't yet know what they're growing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760720" y="4663440"/>
            <a:ext cx="777240" cy="777240"/>
          </a:xfrm>
          <a:prstGeom prst="ellipse">
            <a:avLst/>
          </a:prstGeom>
          <a:solidFill>
            <a:srgbClr val="C97C5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4855464"/>
            <a:ext cx="393192" cy="39319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4617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Backyard &amp; small farms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676656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Growers who need weather-aware routines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"/>
          <p:cNvSpPr/>
          <p:nvPr/>
        </p:nvSpPr>
        <p:spPr>
          <a:xfrm>
            <a:off x="9875520" y="-1463040"/>
            <a:ext cx="3657600" cy="3657600"/>
          </a:xfrm>
          <a:prstGeom prst="ellipse">
            <a:avLst/>
          </a:prstGeom>
          <a:solidFill>
            <a:srgbClr val="2D5A3D"/>
          </a:solidFill>
          <a:ln/>
        </p:spPr>
      </p:sp>
      <p:sp>
        <p:nvSpPr>
          <p:cNvPr id="3" name="!!dot"/>
          <p:cNvSpPr/>
          <p:nvPr/>
        </p:nvSpPr>
        <p:spPr>
          <a:xfrm>
            <a:off x="640080" y="6035040"/>
            <a:ext cx="365760" cy="365760"/>
          </a:xfrm>
          <a:prstGeom prst="ellipse">
            <a:avLst/>
          </a:prstGeom>
          <a:solidFill>
            <a:srgbClr val="C97C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5" name="!!title"/>
          <p:cNvSpPr txBox="1"/>
          <p:nvPr/>
        </p:nvSpPr>
        <p:spPr>
          <a:xfrm>
            <a:off x="640080" y="502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DRYAD grows next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097280" y="3017520"/>
            <a:ext cx="9052560" cy="0"/>
          </a:xfrm>
          <a:prstGeom prst="line">
            <a:avLst/>
          </a:prstGeom>
          <a:noFill/>
          <a:ln w="38100">
            <a:solidFill>
              <a:srgbClr val="D9CF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788920"/>
            <a:ext cx="457200" cy="457200"/>
          </a:xfrm>
          <a:prstGeom prst="ellipse">
            <a:avLst/>
          </a:prstGeom>
          <a:solidFill>
            <a:srgbClr val="2D5A3D"/>
          </a:solidFill>
          <a:ln w="50800">
            <a:solidFill>
              <a:srgbClr val="F5F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661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garden, daily tasks, weather &amp; offline storage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886200" y="2788920"/>
            <a:ext cx="457200" cy="457200"/>
          </a:xfrm>
          <a:prstGeom prst="ellipse">
            <a:avLst/>
          </a:prstGeom>
          <a:solidFill>
            <a:srgbClr val="C97C5D"/>
          </a:solidFill>
          <a:ln w="50800">
            <a:solidFill>
              <a:srgbClr val="F5F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8620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35661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and growth photo journal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903720" y="2788920"/>
            <a:ext cx="457200" cy="457200"/>
          </a:xfrm>
          <a:prstGeom prst="ellipse">
            <a:avLst/>
          </a:prstGeom>
          <a:solidFill>
            <a:srgbClr val="C97C5D"/>
          </a:solidFill>
          <a:ln w="50800">
            <a:solidFill>
              <a:srgbClr val="F5F1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35661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 from leaf photos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921240" y="2788920"/>
            <a:ext cx="457200" cy="457200"/>
          </a:xfrm>
          <a:prstGeom prst="ellipse">
            <a:avLst/>
          </a:prstGeom>
          <a:solidFill>
            <a:srgbClr val="C97C5D"/>
          </a:solidFill>
          <a:ln w="50800">
            <a:solidFill>
              <a:srgbClr val="F5F1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2124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921240" y="35661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tips and plant sharing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"/>
          <p:cNvSpPr/>
          <p:nvPr/>
        </p:nvSpPr>
        <p:spPr>
          <a:xfrm>
            <a:off x="3355848" y="-2286000"/>
            <a:ext cx="5486400" cy="5486400"/>
          </a:xfrm>
          <a:prstGeom prst="ellipse">
            <a:avLst/>
          </a:prstGeom>
          <a:solidFill>
            <a:srgbClr val="3B7350"/>
          </a:solidFill>
          <a:ln/>
        </p:spPr>
      </p:sp>
      <p:sp>
        <p:nvSpPr>
          <p:cNvPr id="3" name="!!dot"/>
          <p:cNvSpPr/>
          <p:nvPr/>
        </p:nvSpPr>
        <p:spPr>
          <a:xfrm>
            <a:off x="5824728" y="5852160"/>
            <a:ext cx="548640" cy="548640"/>
          </a:xfrm>
          <a:prstGeom prst="ellipse">
            <a:avLst/>
          </a:prstGeom>
          <a:solidFill>
            <a:srgbClr val="C97C5D"/>
          </a:solidFill>
          <a:ln/>
        </p:spPr>
      </p:sp>
      <p:pic>
        <p:nvPicPr>
          <p:cNvPr id="4" name="!!logo" descr="/tmp/claude-0/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448" y="457200"/>
            <a:ext cx="2743200" cy="2743200"/>
          </a:xfrm>
          <a:prstGeom prst="ellipse">
            <a:avLst/>
          </a:prstGeom>
        </p:spPr>
      </p:pic>
      <p:pic>
        <p:nvPicPr>
          <p:cNvPr id="5" name="!!phA" descr="/tmp/claude-0/d/ph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0">
            <a:off x="822960" y="1005840"/>
            <a:ext cx="2407158" cy="4937760"/>
          </a:xfrm>
          <a:prstGeom prst="rect">
            <a:avLst/>
          </a:prstGeom>
        </p:spPr>
      </p:pic>
      <p:pic>
        <p:nvPicPr>
          <p:cNvPr id="6" name="!!phB" descr="/tmp/claude-0/d/ph_gard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8961120" y="1005840"/>
            <a:ext cx="2407158" cy="4937760"/>
          </a:xfrm>
          <a:prstGeom prst="rect">
            <a:avLst/>
          </a:prstGeom>
        </p:spPr>
      </p:pic>
      <p:sp>
        <p:nvSpPr>
          <p:cNvPr id="7" name="!!title"/>
          <p:cNvSpPr txBox="1"/>
          <p:nvPr/>
        </p:nvSpPr>
        <p:spPr>
          <a:xfrm>
            <a:off x="3291840" y="3429000"/>
            <a:ext cx="5605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your garden grow with DRYAD</a:t>
            </a:r>
            <a:endParaRPr lang="en-US" sz="4400" dirty="0"/>
          </a:p>
        </p:txBody>
      </p:sp>
      <p:sp>
        <p:nvSpPr>
          <p:cNvPr id="8" name="Text 3"/>
          <p:cNvSpPr txBox="1"/>
          <p:nvPr/>
        </p:nvSpPr>
        <p:spPr>
          <a:xfrm>
            <a:off x="3291840" y="5029200"/>
            <a:ext cx="5605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DRYAD Pitch</dc:title>
  <dc:subject>PptxGenJS Presentation</dc:subject>
  <dc:creator>PptxGenJS</dc:creator>
  <cp:lastModifiedBy>PptxGenJS</cp:lastModifiedBy>
  <cp:revision>1</cp:revision>
  <dcterms:created xsi:type="dcterms:W3CDTF">2026-10-25T11:47:18Z</dcterms:created>
  <dcterms:modified xsi:type="dcterms:W3CDTF">2026-10-25T11:47:18Z</dcterms:modified>
</cp:coreProperties>
</file>